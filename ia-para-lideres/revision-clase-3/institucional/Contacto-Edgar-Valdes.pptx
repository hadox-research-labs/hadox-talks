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ca4a91fbe94c3d" /><Relationship Type="http://schemas.openxmlformats.org/officeDocument/2006/relationships/extended-properties" Target="/docProps/app.xml" Id="Rd6ca21df64644e19" /><Relationship Type="http://schemas.openxmlformats.org/officeDocument/2006/relationships/officeDocument" Target="/ppt/presentation.xml" Id="Rbb0319ed46ea4b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8b18db3d7d47a3"/>
  </p:sldMasterIdLst>
  <p:notesMasterIdLst>
    <p:notesMasterId xmlns:r="http://schemas.openxmlformats.org/officeDocument/2006/relationships" r:id="Rb183fdcf4ec2422a"/>
  </p:notesMasterIdLst>
  <p:sldIdLst>
    <p:sldId xmlns:r="http://schemas.openxmlformats.org/officeDocument/2006/relationships" id="256" r:id="R7049e5ac985b48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ad0325bb204db3" /><Relationship Type="http://schemas.openxmlformats.org/officeDocument/2006/relationships/slideMaster" Target="/ppt/slideMasters/slideMaster1.xml" Id="R698b18db3d7d47a3" /><Relationship Type="http://schemas.openxmlformats.org/officeDocument/2006/relationships/notesMaster" Target="/ppt/notesMasters/notesMaster1.xml" Id="Rb183fdcf4ec2422a" /><Relationship Type="http://schemas.openxmlformats.org/officeDocument/2006/relationships/presProps" Target="/ppt/presProps.xml" Id="R6a45dfc04594438c" /><Relationship Type="http://schemas.openxmlformats.org/officeDocument/2006/relationships/tableStyles" Target="/ppt/tableStyles.xml" Id="Re72d984243c046d4" /><Relationship Type="http://schemas.openxmlformats.org/officeDocument/2006/relationships/slide" Target="/ppt/slides/slide1.xml" Id="R7049e5ac985b48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77817b7b2a4c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ce26367194417b" /><Relationship Type="http://schemas.openxmlformats.org/officeDocument/2006/relationships/notesMaster" Target="/ppt/notesMasters/notesMaster1.xml" Id="R3e44fbeda4274d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Aquí tienen mis datos para mantener el contacto. Para dudas de las actividades, escriban a contacto.hadox@gmail.com e incluyan su nombre, la actividad y el paso donde se detuvieron. Mi correo profesional es edgar@hadox.org.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Datos tomados de la correspondencia del docente y del contacto publicado en la actividad B1 del curso.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cfaa33542e4f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f0679f1a1f43eb" /><Relationship Type="http://schemas.openxmlformats.org/officeDocument/2006/relationships/slideLayout" Target="/ppt/slideLayouts/slideLayout1.xml" Id="Rc4492e900adb43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492e900adb43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a55331d534b7c" /><Relationship Type="http://schemas.openxmlformats.org/officeDocument/2006/relationships/image" Target="/ppt/media/image.png" Id="R12171f2b4eaf49be" /><Relationship Type="http://schemas.openxmlformats.org/officeDocument/2006/relationships/notesSlide" Target="/ppt/notesSlides/notesSlide1.xml" Id="Rba285f15037440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8A004-FBDB-431E-829B-15BB2E4C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"/>
            <a:ext cx="1076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92642"/>
                </a:solidFill>
                <a:latin typeface="Georgia"/>
                <a:ea typeface="Georgia"/>
                <a:cs typeface="Georgia"/>
              </a:defRPr>
            </a:pPr>
            <a:r>
              <a:rPr sz="5100" b="1">
                <a:solidFill>
                  <a:srgbClr val="092642"/>
                </a:solidFill>
                <a:latin typeface="Georgia"/>
                <a:ea typeface="Georgia"/>
                <a:cs typeface="Georgia"/>
              </a:rPr>
              <a:t>Dr. Edgar Valdés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6B202-5B89-4A24-B7B0-7C8F0169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E9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E91"/>
                </a:solidFill>
                <a:latin typeface="Arial"/>
                <a:ea typeface="Arial"/>
                <a:cs typeface="Arial"/>
              </a:rPr>
              <a:t>Hadox Research Labs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C39A1-5D48-4EC3-9E16-CBB8334C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0325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9264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92642"/>
                </a:solidFill>
                <a:latin typeface="Arial"/>
                <a:ea typeface="Arial"/>
                <a:cs typeface="Arial"/>
              </a:rPr>
              <a:t>Sigamos en contacto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50750-4888-4C84-AA8D-1BB6BEE7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9264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92642"/>
                </a:solidFill>
                <a:latin typeface="Arial"/>
                <a:ea typeface="Arial"/>
                <a:cs typeface="Arial"/>
              </a:rPr>
              <a:t>Correo profesional   edgar@hadox.org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3F61B-B498-42B3-8A04-0A8727EA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9264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92642"/>
                </a:solidFill>
                <a:latin typeface="Arial"/>
                <a:ea typeface="Arial"/>
                <a:cs typeface="Arial"/>
              </a:rPr>
              <a:t>Dudas del curso       contacto.hadox@gmail.com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F89C4-120F-4B0A-A527-C427B315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9264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92642"/>
                </a:solidFill>
                <a:latin typeface="Arial"/>
                <a:ea typeface="Arial"/>
                <a:cs typeface="Arial"/>
              </a:rPr>
              <a:t>WhatsApp                 +52 55 7695 1072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0FEBB-65FD-4816-A6F9-6B070019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67E9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7E91"/>
                </a:solidFill>
                <a:latin typeface="Arial"/>
                <a:ea typeface="Arial"/>
                <a:cs typeface="Arial"/>
              </a:rPr>
              <a:t>Web                          hadox.org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C91E69-263C-47D8-A6F0-344D07A8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A8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A81"/>
                </a:solidFill>
                <a:latin typeface="Arial"/>
                <a:ea typeface="Arial"/>
                <a:cs typeface="Arial"/>
              </a:rPr>
              <a:t>IA para líderes · Panamerican Business School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71f2b4eaf49be"/>
          <a:stretch xmlns:a="http://schemas.openxmlformats.org/drawingml/2006/main"/>
        </p:blipFill>
        <p:spPr>
          <a:xfrm xmlns:a="http://schemas.openxmlformats.org/drawingml/2006/main">
            <a:off x="11029950" y="5838825"/>
            <a:ext cx="762000" cy="76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46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2026-10-06T00:08:21.6210000Z</dcterms:created>
  <dcterms:modified xsi:type="dcterms:W3CDTF">2026-10-06T00:08:21.6210000Z</dcterms:modified>
</coreProperties>
</file>